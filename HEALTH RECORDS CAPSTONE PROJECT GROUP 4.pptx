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Doctors by Appointment Volume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Monthly Revenue Trend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Doctors by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PATIENTS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CANCELLED APPOINTMENTS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NO SHOW RATE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ACTIVE DOCTORS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NO-SHOW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Appointments by specialty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COMPLETED APP.RATE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CANCELLED APPOINTMENTS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NO-SHOW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C.ANCELLED APP.RATE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Appointments by status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COMPLETE APPOINTMENTS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Appointments Trend 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APPOINTMENTS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TOTAL APPOINTMENTS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Doctors by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NO-SHOW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COMPLETE APPOINTMENTS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Doctors by Patient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C.ANCELLED APP.RATE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Doctors by completed Appointment Rate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CANCELLED APPOINTMENTS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Doctors By Cancellation Rate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e2f9fcc5-e475-4d9f-a300-e7951ac7d9a9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f990b8db90a440fe" /><Relationship Type="http://schemas.openxmlformats.org/officeDocument/2006/relationships/slideLayout" Target="/ppt/slideLayouts/slideLayout8.xml" Id="R250bf84131e44ff3" /><Relationship Type="http://schemas.openxmlformats.org/officeDocument/2006/relationships/hyperlink" Target="https://app.powerbi.com/groups/me/reports/e2f9fcc5-e475-4d9f-a300-e7951ac7d9a9/?pbi_source=PowerPoint" TargetMode="External" Id="RelId0" /><Relationship Type="http://schemas.openxmlformats.org/officeDocument/2006/relationships/image" Target="/ppt/media/image4.png" Id="imgId442574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24ef7f5507c64d61" /><Relationship Type="http://schemas.openxmlformats.org/officeDocument/2006/relationships/slideLayout" Target="/ppt/slideLayouts/slideLayout8.xml" Id="R5ff32c3906c346ef" /><Relationship Type="http://schemas.openxmlformats.org/officeDocument/2006/relationships/hyperlink" Target="https://app.powerbi.com/groups/me/reports/e2f9fcc5-e475-4d9f-a300-e7951ac7d9a9/?pbi_source=PowerPoint" TargetMode="External" Id="RelId1" /><Relationship Type="http://schemas.openxmlformats.org/officeDocument/2006/relationships/image" Target="/ppt/media/image5.png" Id="imgId442574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8f3dbba120094869" /><Relationship Type="http://schemas.openxmlformats.org/officeDocument/2006/relationships/slideLayout" Target="/ppt/slideLayouts/slideLayout8.xml" Id="R42d84d0288e34e67" /><Relationship Type="http://schemas.openxmlformats.org/officeDocument/2006/relationships/hyperlink" Target="https://app.powerbi.com/groups/me/reports/e2f9fcc5-e475-4d9f-a300-e7951ac7d9a9/?pbi_source=PowerPoint" TargetMode="External" Id="RelId2" /><Relationship Type="http://schemas.openxmlformats.org/officeDocument/2006/relationships/image" Target="/ppt/media/image6.png" Id="imgId442574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86772fe4eeff48ae" /><Relationship Type="http://schemas.openxmlformats.org/officeDocument/2006/relationships/slideLayout" Target="/ppt/slideLayouts/slideLayout8.xml" Id="R2a60b886337b49bc" /><Relationship Type="http://schemas.openxmlformats.org/officeDocument/2006/relationships/hyperlink" Target="https://app.powerbi.com/groups/me/reports/e2f9fcc5-e475-4d9f-a300-e7951ac7d9a9/?pbi_source=PowerPoint" TargetMode="External" Id="RelId3" /><Relationship Type="http://schemas.openxmlformats.org/officeDocument/2006/relationships/image" Target="/ppt/media/image7.png" Id="imgId442574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ffb9f4b534b44d9d" /><Relationship Type="http://schemas.openxmlformats.org/officeDocument/2006/relationships/slideLayout" Target="/ppt/slideLayouts/slideLayout8.xml" Id="R8835632d345947d6" /><Relationship Type="http://schemas.openxmlformats.org/officeDocument/2006/relationships/hyperlink" Target="https://app.powerbi.com/groups/me/reports/e2f9fcc5-e475-4d9f-a300-e7951ac7d9a9/?pbi_source=PowerPoint" TargetMode="External" Id="RelId4" /><Relationship Type="http://schemas.openxmlformats.org/officeDocument/2006/relationships/image" Target="/ppt/media/image8.png" Id="imgId442574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534b6a48a1294e1f" /><Relationship Type="http://schemas.openxmlformats.org/officeDocument/2006/relationships/slideLayout" Target="/ppt/slideLayouts/slideLayout8.xml" Id="R4f4dcec7798b49bc" /><Relationship Type="http://schemas.openxmlformats.org/officeDocument/2006/relationships/hyperlink" Target="https://app.powerbi.com/groups/me/reports/e2f9fcc5-e475-4d9f-a300-e7951ac7d9a9/?pbi_source=PowerPoint" TargetMode="External" Id="RelId5" /><Relationship Type="http://schemas.openxmlformats.org/officeDocument/2006/relationships/image" Target="/ppt/media/image9.png" Id="imgId44257431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HEALTH RECORDS CAPSTONE PROJECT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12/11/2025 3:54:56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12/11/2025 3:48:56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25743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 OF CONTENTS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textbox ,Top 5 Doctors by Appointment Volume ,slicer , Monthly Revenue Trend ,textbox ,columnChart ,TOTAL REVENUE ,shape ,Top 5 Doctors by Revenue ,TOTAL PATIENTS ,CANCELLED APPOINTMENTS ,NO SHOW RATE ,ACTIVE DOCTORS ,NO-SHOW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25743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SUMMARY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Appointments by specialty ,COMPLETED APP.RATE ,textbox ,slicer ,CANCELLED APPOINTMENTS ,NO-SHOW ,columnChart ,slicer ,C.ANCELLED APP.RATE , Appointments by status ,shape ,COMPLETE APPOINTMENTS ,textbox ,Appointments Trend  ,TOTAL APPOINTMENTS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25743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APPOINTMENT OVERVIEW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OTAL APPOINTMENTS ,textbox ,TOTAL REVENUE ,slicer ,Top 5 Doctors by Revenue ,NO-SHOW ,COMPLETE APPOINTMENTS ,Top 5 Doctors by Patient ,C.ANCELLED APP.RATE ,textbox ,Top 5 Doctors by completed Appointment Rate ,CANCELLED APPOINTMENTS ,shape ,slicer ,Top 5 Doctors By Cancellation Rate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25743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DOCTORS PERFORMANCE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textbox ,textbox ,textbox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25743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textbox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25743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ATTENDANCE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